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87B2-F6A5-7C2E-3B27-B712039AB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E315A-D309-6D86-B6BB-32246A7FB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483FA-395F-46E0-5F06-38D590B8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2272-F522-4F4E-A511-D915B932C1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04DD3-EF69-D6B5-8ACB-4ABC5C1B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77758-D3A6-5409-BA26-86FE74FC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1A7A-1107-4E35-860C-E55112410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563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54F6E-9D4E-C1FC-58D1-D2BCB452C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8F50B-38E4-3AEB-3988-4706A3A55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4C7FD-D0E4-C11F-54D5-0303A2A39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2272-F522-4F4E-A511-D915B932C1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4F9D2-4651-778E-F4CF-DD7B17EC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0F5D7-A92A-21C5-97C6-DA6A0533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1A7A-1107-4E35-860C-E55112410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097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25091-2E5A-E9FE-3C0C-8E6CED4B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C2626-88F3-C73E-AD57-01109A9CE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CEF06-AB7E-5BC4-9176-57D52BC5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2272-F522-4F4E-A511-D915B932C1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499EE-EDC8-AFDC-8E96-8BCF6DE1F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24061-03B4-1EF5-715D-7A50DC57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1A7A-1107-4E35-860C-E55112410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11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8FFF-B2B5-1778-3023-3FCF7BAFD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25524-DB1C-AAE8-844F-C9EA2FAE6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E1C11-E91C-AF00-C74C-CCA01F6C9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3FB38-2194-340D-4CC5-D6CE06C0A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2272-F522-4F4E-A511-D915B932C1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40916-C0E5-2180-F49A-C13993985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EB974-C865-EAA7-3A94-DB3B9537F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1A7A-1107-4E35-860C-E55112410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35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18DA-F63D-3777-A14D-01523EBF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59A19-C069-4988-71C6-C968A6A20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DECAB-0157-55E4-4C67-7876E0539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72A06-1E13-E70D-2D45-4AA6C5FBC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2EA34-A34E-0D27-1511-1F06DA3EE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F668FF-489C-B27B-7632-1EA4899D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2272-F522-4F4E-A511-D915B932C1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274B27-6259-2AA8-9589-097F7DB8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0A085-B103-2486-6B32-40B32B29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1A7A-1107-4E35-860C-E55112410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37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74E7-52FA-1044-9DA3-9ABA89DD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321049-500D-0ACD-8B48-C4BEF26B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2272-F522-4F4E-A511-D915B932C1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2DA6D-CC20-92C9-3A7B-2626084E1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84F93-EC7C-58E7-9BC7-C91D1ABE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1A7A-1107-4E35-860C-E55112410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03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A28441-BF7B-6FA1-2460-91A788CAD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2272-F522-4F4E-A511-D915B932C1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F69D9-CD7F-3755-A1F0-AD3E98FE5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F04EB-041B-E75E-A9DC-DF4D6710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1A7A-1107-4E35-860C-E55112410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007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22DE-7783-E09B-ED5B-F8B8AF35B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55BF7-649D-31A6-1155-301342218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08D83-B78D-746C-551C-27FB989FA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4EF63-591C-22E4-F957-EF8BAF437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2272-F522-4F4E-A511-D915B932C1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ABE62-80F7-35D8-E980-2C382968F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BAE36-5DC9-2BD2-F8DA-08B7722F4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1A7A-1107-4E35-860C-E55112410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31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46BD-963C-098F-F80D-A6F54B257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A8CEB-98F0-4C56-89F0-822A9B5FB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729A7-B691-D49F-E18F-4A99CB232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CEC23-2CB6-91B7-F5A5-1D8EE599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2272-F522-4F4E-A511-D915B932C1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62DCA-0EF9-099E-3858-AC08F830A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C560C-C85D-2C31-3A47-B1D963DF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1A7A-1107-4E35-860C-E55112410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6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FC81-4694-11DC-89F8-BA5231A4F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37592-F443-EE1C-18B5-B54AEE718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27BF4-4EDE-19E6-6CF4-68D9C9FF2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2272-F522-4F4E-A511-D915B932C1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96D7D-6C40-420B-070F-4131BACE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20062-3445-2238-425B-5E50AED2C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1A7A-1107-4E35-860C-E55112410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86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C288D4-42E9-5981-07F1-0E6771AB1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3CA31-59BE-27FB-ACA8-79CB8F56A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FC6D-52BE-C491-8C0E-3AB58EB4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2272-F522-4F4E-A511-D915B932C1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AA47E-43E3-C5C0-1A21-C101F61B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B8943-D6D7-1BC1-593E-92B637CE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1A7A-1107-4E35-860C-E55112410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76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A4EE69-C312-948E-CD4F-EE5606798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C3744-4454-329D-5947-013CBD478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0DBEB-B305-9C87-374C-4384BBBC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062272-F522-4F4E-A511-D915B932C1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A617D-ED44-957C-16C2-ECDB6358B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28328-EC14-1A73-59A7-AC83F5141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91A7A-1107-4E35-860C-E55112410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45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tmp"/><Relationship Id="rId5" Type="http://schemas.openxmlformats.org/officeDocument/2006/relationships/image" Target="../media/image6.tmp"/><Relationship Id="rId4" Type="http://schemas.openxmlformats.org/officeDocument/2006/relationships/image" Target="../media/image5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tmp"/><Relationship Id="rId4" Type="http://schemas.openxmlformats.org/officeDocument/2006/relationships/image" Target="../media/image10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tmp"/><Relationship Id="rId4" Type="http://schemas.openxmlformats.org/officeDocument/2006/relationships/image" Target="../media/image14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F3D6-670A-E466-B241-733FAB260E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Analysis and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88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49257-A437-DCDC-8BAF-DC54E79C6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2A3ED99-D5A7-76F1-5B99-7317CB5AB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825625"/>
            <a:ext cx="107526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34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6D5E9-73E9-3C12-D8CF-0DDB43AFC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Data Connection and Data Transformation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E343EA-7A24-524E-C369-AFFEAC4D4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9" y="1825625"/>
            <a:ext cx="91016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7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11DE-FE82-D921-54C0-427B29E1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Dashboard Components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7620B2-4DFD-2A71-0C4F-64535CE5D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112" y="3452195"/>
            <a:ext cx="4648692" cy="7332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44775E-9627-B85D-C165-0A6F79288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41" y="3702877"/>
            <a:ext cx="4648692" cy="733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536501-9AB7-4352-7579-B3D88499CE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067" y="4633465"/>
            <a:ext cx="4766733" cy="6666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3E98D9-9E35-B498-F810-87826B83F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5193729"/>
            <a:ext cx="4766733" cy="9673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297445-7F88-9759-FFED-B9D725FDAE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458" y="1568707"/>
            <a:ext cx="431135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50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13740-4C73-C5D5-7CAF-E198C67E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3: Customer Demographics: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3FA3C0-EFD2-3BF3-8562-B49AB798E1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28" y="1690688"/>
            <a:ext cx="4544306" cy="1615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4006A3-8BA6-9BDF-683D-EDDB7272C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56" y="3778317"/>
            <a:ext cx="3119044" cy="20510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8AA26D-1281-D26E-855D-63B12B31F5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818" y="3994150"/>
            <a:ext cx="5151566" cy="20510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ACE39A-998B-B297-C809-25D4E8AEB3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313" y="1690688"/>
            <a:ext cx="3334287" cy="191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855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4DC6-447E-A5D8-8425-754BAFF0A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4:Churn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6F2A46B-905A-8538-A2FB-360A4C043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91" y="1575563"/>
            <a:ext cx="5515310" cy="1435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528D9A-A147-52C4-5042-156C1139D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058" y="444293"/>
            <a:ext cx="3667451" cy="39499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EDABD1-D040-EA3B-4368-EB45EB8F6D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91" y="3189748"/>
            <a:ext cx="5892800" cy="16701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535BB3-D704-3958-9632-01472A1212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012" y="4724882"/>
            <a:ext cx="4397121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01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0279-D39A-0022-9A7F-997CA54B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5: Customer Tenure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8485CB-3C15-79A0-1E4D-3D7792A5D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849" y="1690688"/>
            <a:ext cx="6048283" cy="1492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647F8E-7E72-92D1-1094-A607B15C6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735" y="3527517"/>
            <a:ext cx="6190198" cy="276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08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1C186-EBFB-B852-8526-6799D56B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Dashboard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3BE555-B588-3A72-556D-C64E331D3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80091"/>
            <a:ext cx="10083800" cy="477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1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B727-D0E2-81F6-48DB-6E810D18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Dashboard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628A8A-622A-CF9A-9007-405223E3E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8557"/>
            <a:ext cx="9728200" cy="454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12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Customer Churn Analysis and Prediction</vt:lpstr>
      <vt:lpstr>Dataset</vt:lpstr>
      <vt:lpstr>TASK 1: Data Connection and Data Transformation</vt:lpstr>
      <vt:lpstr>Task 2: Dashboard Components</vt:lpstr>
      <vt:lpstr>Task 3: Customer Demographics:</vt:lpstr>
      <vt:lpstr>Task 4:Churn Analysis</vt:lpstr>
      <vt:lpstr>Task 5: Customer Tenure Analysis</vt:lpstr>
      <vt:lpstr>Final Dashboard Analysis</vt:lpstr>
      <vt:lpstr>Final Dashboard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Jayasree Nandakumar</dc:creator>
  <cp:lastModifiedBy>Jayasree Nandakumar</cp:lastModifiedBy>
  <cp:revision>1</cp:revision>
  <dcterms:created xsi:type="dcterms:W3CDTF">2026-08-03T12:56:43Z</dcterms:created>
  <dcterms:modified xsi:type="dcterms:W3CDTF">2026-08-03T12:56:47Z</dcterms:modified>
</cp:coreProperties>
</file>